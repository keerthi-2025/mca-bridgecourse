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CD58"/>
                </a:solidFill>
                <a:latin typeface="Aptos"/>
              </a:rPr>
              <a:t>SIMPLE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How to upload a project on GitHub?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70916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64208"/>
            <a:ext cx="4489704" cy="44897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32120" y="1554480"/>
            <a:ext cx="6144768" cy="461772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1856231"/>
            <a:ext cx="960120" cy="457200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892807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587751"/>
            <a:ext cx="164592" cy="164592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523744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2D3A"/>
                </a:solidFill>
                <a:latin typeface="Aptos"/>
              </a:rPr>
              <a:t>A beginner-friendly step-by-step guide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3428999"/>
            <a:ext cx="164592" cy="164592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3364991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02D3A"/>
                </a:solidFill>
                <a:latin typeface="Aptos"/>
              </a:rPr>
              <a:t>Repository: github.com/Keerthi-2025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23620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Aptos"/>
              </a:rPr>
              <a:t>Source visual retained from the original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C7D6"/>
                </a:solidFill>
                <a:latin typeface="Aptos"/>
              </a:rPr>
              <a:t>GitHub • MCA Bridge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9C7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CD58"/>
                </a:solidFill>
                <a:latin typeface="Aptos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Open your GitHub account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70916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64208"/>
            <a:ext cx="4489704" cy="44897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32120" y="1554480"/>
            <a:ext cx="6144768" cy="461772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1856231"/>
            <a:ext cx="960120" cy="457200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892807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587751"/>
            <a:ext cx="164592" cy="164592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523744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2D3A"/>
                </a:solidFill>
                <a:latin typeface="Aptos"/>
              </a:rPr>
              <a:t>Open GitHub and sign in to your account.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3620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Aptos"/>
              </a:rPr>
              <a:t>Source visual retained from the original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C7D6"/>
                </a:solidFill>
                <a:latin typeface="Aptos"/>
              </a:rPr>
              <a:t>GitHub • MCA Bridge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9C7D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CD58"/>
                </a:solidFill>
                <a:latin typeface="Aptos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Click on New 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70916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64208"/>
            <a:ext cx="4489704" cy="44897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32120" y="1554480"/>
            <a:ext cx="6144768" cy="461772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1856231"/>
            <a:ext cx="960120" cy="457200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892807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587751"/>
            <a:ext cx="164592" cy="164592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523744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2D3A"/>
                </a:solidFill>
                <a:latin typeface="Aptos"/>
              </a:rPr>
              <a:t>Create a new repository from your GitHub account.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3620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Aptos"/>
              </a:rPr>
              <a:t>Source visual retained from the original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C7D6"/>
                </a:solidFill>
                <a:latin typeface="Aptos"/>
              </a:rPr>
              <a:t>GitHub • MCA Bridge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9C7D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CD58"/>
                </a:solidFill>
                <a:latin typeface="Aptos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Give a name to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70916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64208"/>
            <a:ext cx="4489704" cy="44897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32120" y="1554480"/>
            <a:ext cx="6144768" cy="461772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1856231"/>
            <a:ext cx="960120" cy="457200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892807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587751"/>
            <a:ext cx="164592" cy="164592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523744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2D3A"/>
                </a:solidFill>
                <a:latin typeface="Aptos"/>
              </a:rPr>
              <a:t>Enter a name for the repository.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3620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Aptos"/>
              </a:rPr>
              <a:t>Source visual retained from the original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C7D6"/>
                </a:solidFill>
                <a:latin typeface="Aptos"/>
              </a:rPr>
              <a:t>GitHub • MCA Bridge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9C7D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CD58"/>
                </a:solidFill>
                <a:latin typeface="Aptos"/>
              </a:rP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Mark it as Public or Private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70916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64208"/>
            <a:ext cx="4489704" cy="44897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32120" y="1554480"/>
            <a:ext cx="6144768" cy="461772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1856231"/>
            <a:ext cx="960120" cy="457200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892807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587751"/>
            <a:ext cx="164592" cy="164592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523744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2D3A"/>
                </a:solidFill>
                <a:latin typeface="Aptos"/>
              </a:rPr>
              <a:t>Choose whether the repository should be Public or Private.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3620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Aptos"/>
              </a:rPr>
              <a:t>Source visual retained from the original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C7D6"/>
                </a:solidFill>
                <a:latin typeface="Aptos"/>
              </a:rPr>
              <a:t>GitHub • MCA Bridge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9C7D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CD58"/>
                </a:solidFill>
                <a:latin typeface="Aptos"/>
              </a:rPr>
              <a:t>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Click on Create 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70916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64208"/>
            <a:ext cx="4489704" cy="44897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32120" y="1554480"/>
            <a:ext cx="6144768" cy="461772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1856231"/>
            <a:ext cx="960120" cy="457200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892807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587751"/>
            <a:ext cx="164592" cy="164592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523744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2D3A"/>
                </a:solidFill>
                <a:latin typeface="Aptos"/>
              </a:rPr>
              <a:t>Create the repository after selecting the required options.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3620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Aptos"/>
              </a:rPr>
              <a:t>Source visual retained from the original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C7D6"/>
                </a:solidFill>
                <a:latin typeface="Aptos"/>
              </a:rPr>
              <a:t>GitHub • MCA Bridge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9C7D6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CD58"/>
                </a:solidFill>
                <a:latin typeface="Aptos"/>
              </a:rPr>
              <a:t>STEP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Open VS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70916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64208"/>
            <a:ext cx="4489704" cy="44897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32120" y="1554480"/>
            <a:ext cx="6144768" cy="461772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1856231"/>
            <a:ext cx="960120" cy="457200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892807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587751"/>
            <a:ext cx="164592" cy="164592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523744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2D3A"/>
                </a:solidFill>
                <a:latin typeface="Aptos"/>
              </a:rPr>
              <a:t>Open Visual Studio Code and open your project folder.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3620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Aptos"/>
              </a:rPr>
              <a:t>Source visual retained from the original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C7D6"/>
                </a:solidFill>
                <a:latin typeface="Aptos"/>
              </a:rPr>
              <a:t>GitHub • MCA Bridge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9C7D6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CD58"/>
                </a:solidFill>
                <a:latin typeface="Aptos"/>
              </a:rPr>
              <a:t>STEP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Open a New Terminal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70916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64208"/>
            <a:ext cx="4489704" cy="44897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32120" y="1554480"/>
            <a:ext cx="6144768" cy="461772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1856231"/>
            <a:ext cx="960120" cy="457200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892807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587751"/>
            <a:ext cx="164592" cy="164592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523744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2D3A"/>
                </a:solidFill>
                <a:latin typeface="Aptos"/>
              </a:rPr>
              <a:t>Use the integrated terminal in VS Code.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3620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Aptos"/>
              </a:rPr>
              <a:t>Source visual retained from the original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C7D6"/>
                </a:solidFill>
                <a:latin typeface="Aptos"/>
              </a:rPr>
              <a:t>GitHub • MCA Bridge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9C7D6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CD58"/>
                </a:solidFill>
                <a:latin typeface="Aptos"/>
              </a:rPr>
              <a:t>STEP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Type git init and hit 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70916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64208"/>
            <a:ext cx="4489704" cy="44897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32120" y="1554480"/>
            <a:ext cx="6144768" cy="461772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1856231"/>
            <a:ext cx="960120" cy="457200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892807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587751"/>
            <a:ext cx="164592" cy="164592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523744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2D3A"/>
                </a:solidFill>
                <a:latin typeface="Aptos"/>
              </a:rPr>
              <a:t>Initialize Git in the current project folder.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3383279"/>
            <a:ext cx="5413248" cy="566928"/>
          </a:xfrm>
          <a:prstGeom prst="roundRect">
            <a:avLst/>
          </a:prstGeom>
          <a:solidFill>
            <a:srgbClr val="142D4B"/>
          </a:solidFill>
          <a:ln>
            <a:solidFill>
              <a:srgbClr val="14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3493008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nsolas"/>
              </a:rPr>
              <a:t>Command: git init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23620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Aptos"/>
              </a:rPr>
              <a:t>Source visual retained from the original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C7D6"/>
                </a:solidFill>
                <a:latin typeface="Aptos"/>
              </a:rPr>
              <a:t>GitHub • MCA Bridge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9C7D6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CD58"/>
                </a:solidFill>
                <a:latin typeface="Aptos"/>
              </a:rPr>
              <a:t>STEP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Copy the repository URL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70916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64208"/>
            <a:ext cx="4489704" cy="44897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32120" y="1554480"/>
            <a:ext cx="6144768" cy="461772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1856231"/>
            <a:ext cx="960120" cy="457200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892807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587751"/>
            <a:ext cx="164592" cy="164592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523744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2D3A"/>
                </a:solidFill>
                <a:latin typeface="Aptos"/>
              </a:rPr>
              <a:t>Use your GitHub repository URL.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3383279"/>
            <a:ext cx="5413248" cy="658368"/>
          </a:xfrm>
          <a:prstGeom prst="roundRect">
            <a:avLst/>
          </a:prstGeom>
          <a:solidFill>
            <a:srgbClr val="E0F0E5"/>
          </a:solidFill>
          <a:ln>
            <a:solidFill>
              <a:srgbClr val="E0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3328" y="3502151"/>
            <a:ext cx="50109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9657"/>
                </a:solidFill>
                <a:latin typeface="Aptos"/>
              </a:rPr>
              <a:t>GitHub profile: https://github.com/Keerthi-2025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4224528"/>
            <a:ext cx="5413248" cy="658368"/>
          </a:xfrm>
          <a:prstGeom prst="roundRect">
            <a:avLst/>
          </a:prstGeom>
          <a:solidFill>
            <a:srgbClr val="E0F0E5"/>
          </a:solidFill>
          <a:ln>
            <a:solidFill>
              <a:srgbClr val="E0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53328" y="4343400"/>
            <a:ext cx="50109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9657"/>
                </a:solidFill>
                <a:latin typeface="Aptos"/>
              </a:rPr>
              <a:t>For a specific repository, use: https://github.com/Keerthi-2025/&lt;repository-name&gt;.git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23620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Aptos"/>
              </a:rPr>
              <a:t>Source visual retained from the original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C7D6"/>
                </a:solidFill>
                <a:latin typeface="Aptos"/>
              </a:rPr>
              <a:t>GitHub • MCA Bridge Course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9C7D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CD58"/>
                </a:solidFill>
                <a:latin typeface="Aptos"/>
              </a:rPr>
              <a:t>STEP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Git clone in terminal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70916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64208"/>
            <a:ext cx="4489704" cy="44897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32120" y="1554480"/>
            <a:ext cx="6144768" cy="461772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1856231"/>
            <a:ext cx="960120" cy="457200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892807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587751"/>
            <a:ext cx="164592" cy="164592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523744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2D3A"/>
                </a:solidFill>
                <a:latin typeface="Aptos"/>
              </a:rPr>
              <a:t>Clone an existing repository to your computer.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3383279"/>
            <a:ext cx="5413248" cy="566928"/>
          </a:xfrm>
          <a:prstGeom prst="roundRect">
            <a:avLst/>
          </a:prstGeom>
          <a:solidFill>
            <a:srgbClr val="142D4B"/>
          </a:solidFill>
          <a:ln>
            <a:solidFill>
              <a:srgbClr val="14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3493008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nsolas"/>
              </a:rPr>
              <a:t>Command: git clone &lt;repository-url&gt;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5623560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B7A"/>
                </a:solidFill>
                <a:latin typeface="Aptos"/>
              </a:rPr>
              <a:t>Note: git clone needs a specific repository URL, not only a profile URL.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3620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Aptos"/>
              </a:rPr>
              <a:t>Source visual retained from the original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C7D6"/>
                </a:solidFill>
                <a:latin typeface="Aptos"/>
              </a:rPr>
              <a:t>GitHub • MCA Bridge Course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9C7D6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CD58"/>
                </a:solidFill>
                <a:latin typeface="Aptos"/>
              </a:rPr>
              <a:t>STEP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cd &lt;location&gt;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70916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64208"/>
            <a:ext cx="4489704" cy="44897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32120" y="1554480"/>
            <a:ext cx="6144768" cy="461772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1856231"/>
            <a:ext cx="960120" cy="457200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892807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587751"/>
            <a:ext cx="164592" cy="164592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523744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2D3A"/>
                </a:solidFill>
                <a:latin typeface="Aptos"/>
              </a:rPr>
              <a:t>Move into the project/repository folder.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3383279"/>
            <a:ext cx="5413248" cy="566928"/>
          </a:xfrm>
          <a:prstGeom prst="roundRect">
            <a:avLst/>
          </a:prstGeom>
          <a:solidFill>
            <a:srgbClr val="142D4B"/>
          </a:solidFill>
          <a:ln>
            <a:solidFill>
              <a:srgbClr val="14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3493008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nsolas"/>
              </a:rPr>
              <a:t>Command: cd &lt;location&gt;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23620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Aptos"/>
              </a:rPr>
              <a:t>Source visual retained from the original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C7D6"/>
                </a:solidFill>
                <a:latin typeface="Aptos"/>
              </a:rPr>
              <a:t>GitHub • MCA Bridge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9C7D6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CD58"/>
                </a:solidFill>
                <a:latin typeface="Aptos"/>
              </a:rPr>
              <a:t>STEP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Add files to the folder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70916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64208"/>
            <a:ext cx="4489704" cy="44897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32120" y="1554480"/>
            <a:ext cx="6144768" cy="461772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1856231"/>
            <a:ext cx="960120" cy="457200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892807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587751"/>
            <a:ext cx="164592" cy="164592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523744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2D3A"/>
                </a:solidFill>
                <a:latin typeface="Aptos"/>
              </a:rPr>
              <a:t>Add your project files to the repository folder.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3620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Aptos"/>
              </a:rPr>
              <a:t>Source visual retained from the original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C7D6"/>
                </a:solidFill>
                <a:latin typeface="Aptos"/>
              </a:rPr>
              <a:t>GitHub • MCA Bridge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9C7D6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CD58"/>
                </a:solidFill>
                <a:latin typeface="Aptos"/>
              </a:rPr>
              <a:t>STEP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Git add 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70916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64208"/>
            <a:ext cx="4489704" cy="44897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32120" y="1554480"/>
            <a:ext cx="6144768" cy="461772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1856231"/>
            <a:ext cx="960120" cy="457200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892807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587751"/>
            <a:ext cx="164592" cy="164592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523744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2D3A"/>
                </a:solidFill>
                <a:latin typeface="Aptos"/>
              </a:rPr>
              <a:t>Stage all changes in the current folder.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3383279"/>
            <a:ext cx="5413248" cy="566928"/>
          </a:xfrm>
          <a:prstGeom prst="roundRect">
            <a:avLst/>
          </a:prstGeom>
          <a:solidFill>
            <a:srgbClr val="142D4B"/>
          </a:solidFill>
          <a:ln>
            <a:solidFill>
              <a:srgbClr val="14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3493008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nsolas"/>
              </a:rPr>
              <a:t>Command: git add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23620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Aptos"/>
              </a:rPr>
              <a:t>Source visual retained from the original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C7D6"/>
                </a:solidFill>
                <a:latin typeface="Aptos"/>
              </a:rPr>
              <a:t>GitHub • MCA Bridge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9C7D6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CD58"/>
                </a:solidFill>
                <a:latin typeface="Aptos"/>
              </a:rPr>
              <a:t>STEP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Commit your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70916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64208"/>
            <a:ext cx="4489704" cy="44897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32120" y="1554480"/>
            <a:ext cx="6144768" cy="461772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1856231"/>
            <a:ext cx="960120" cy="457200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892807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587751"/>
            <a:ext cx="164592" cy="164592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523744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2D3A"/>
                </a:solidFill>
                <a:latin typeface="Aptos"/>
              </a:rPr>
              <a:t>Save the staged changes in Git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3383279"/>
            <a:ext cx="5413248" cy="566928"/>
          </a:xfrm>
          <a:prstGeom prst="roundRect">
            <a:avLst/>
          </a:prstGeom>
          <a:solidFill>
            <a:srgbClr val="142D4B"/>
          </a:solidFill>
          <a:ln>
            <a:solidFill>
              <a:srgbClr val="14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3493008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nsolas"/>
              </a:rPr>
              <a:t>Command: git commit -m "Your message"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23620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Aptos"/>
              </a:rPr>
              <a:t>Source visual retained from the original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C7D6"/>
                </a:solidFill>
                <a:latin typeface="Aptos"/>
              </a:rPr>
              <a:t>GitHub • MCA Bridge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9C7D6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CD58"/>
                </a:solidFill>
                <a:latin typeface="Aptos"/>
              </a:rPr>
              <a:t>STEP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Git push origin 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70916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64208"/>
            <a:ext cx="4489704" cy="44897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32120" y="1554480"/>
            <a:ext cx="6144768" cy="461772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1856231"/>
            <a:ext cx="960120" cy="457200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892807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587751"/>
            <a:ext cx="164592" cy="164592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523744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2D3A"/>
                </a:solidFill>
                <a:latin typeface="Aptos"/>
              </a:rPr>
              <a:t>Upload your local commits to GitHub.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3383279"/>
            <a:ext cx="5413248" cy="566928"/>
          </a:xfrm>
          <a:prstGeom prst="roundRect">
            <a:avLst/>
          </a:prstGeom>
          <a:solidFill>
            <a:srgbClr val="142D4B"/>
          </a:solidFill>
          <a:ln>
            <a:solidFill>
              <a:srgbClr val="14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3493008"/>
            <a:ext cx="4983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nsolas"/>
              </a:rPr>
              <a:t>Command: git push origin main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4133087"/>
            <a:ext cx="5413248" cy="658368"/>
          </a:xfrm>
          <a:prstGeom prst="roundRect">
            <a:avLst/>
          </a:prstGeom>
          <a:solidFill>
            <a:srgbClr val="E0F0E5"/>
          </a:solidFill>
          <a:ln>
            <a:solidFill>
              <a:srgbClr val="E0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53328" y="4251959"/>
            <a:ext cx="50109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9657"/>
                </a:solidFill>
                <a:latin typeface="Aptos"/>
              </a:rPr>
              <a:t>Target profile: https://github.com/Keerthi-2025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23620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Aptos"/>
              </a:rPr>
              <a:t>Source visual retained from the original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C7D6"/>
                </a:solidFill>
                <a:latin typeface="Aptos"/>
              </a:rPr>
              <a:t>GitHub • MCA Bridge Course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9C7D6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CD58"/>
                </a:solidFill>
                <a:latin typeface="Aptos"/>
              </a:rPr>
              <a:t>STEP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Cross verify and done!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470916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64208"/>
            <a:ext cx="4489704" cy="44897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32120" y="1554480"/>
            <a:ext cx="6144768" cy="461772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1856231"/>
            <a:ext cx="960120" cy="457200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892807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587751"/>
            <a:ext cx="164592" cy="164592"/>
          </a:xfrm>
          <a:prstGeom prst="roundRect">
            <a:avLst/>
          </a:prstGeom>
          <a:solidFill>
            <a:srgbClr val="E74852"/>
          </a:solidFill>
          <a:ln>
            <a:solidFill>
              <a:srgbClr val="E7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523744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2D3A"/>
                </a:solidFill>
                <a:latin typeface="Aptos"/>
              </a:rPr>
              <a:t>Open GitHub and verify that your files are visible.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3383279"/>
            <a:ext cx="5413248" cy="658368"/>
          </a:xfrm>
          <a:prstGeom prst="roundRect">
            <a:avLst/>
          </a:prstGeom>
          <a:solidFill>
            <a:srgbClr val="E0F0E5"/>
          </a:solidFill>
          <a:ln>
            <a:solidFill>
              <a:srgbClr val="E0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3328" y="3502151"/>
            <a:ext cx="50109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9657"/>
                </a:solidFill>
                <a:latin typeface="Aptos"/>
              </a:rPr>
              <a:t>https://github.com/Keerthi-2025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23620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A"/>
                </a:solidFill>
                <a:latin typeface="Aptos"/>
              </a:rPr>
              <a:t>Source visual retained from the original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C7D6"/>
                </a:solidFill>
                <a:latin typeface="Aptos"/>
              </a:rPr>
              <a:t>GitHub • MCA Bridge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9C7D6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